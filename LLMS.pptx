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5" r:id="rId7"/>
    <p:sldId id="266" r:id="rId8"/>
    <p:sldId id="267" r:id="rId9"/>
    <p:sldId id="270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4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5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6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7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0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2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3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89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3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8FC30-3452-4F40-BB10-647A47C0B51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1E5B8-57E0-4988-A1E0-6A03E0B09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9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Deploying  Pre-trained </a:t>
            </a:r>
            <a:br>
              <a:rPr lang="en-US" dirty="0" smtClean="0"/>
            </a:br>
            <a:r>
              <a:rPr lang="en-US" dirty="0" smtClean="0"/>
              <a:t>LLM locally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Abdullah Asif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0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Hugging Face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27225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What is Hugging Face?</a:t>
            </a:r>
          </a:p>
          <a:p>
            <a:pPr lvl="1"/>
            <a:r>
              <a:rPr lang="en-US" dirty="0" smtClean="0"/>
              <a:t>Hugging Face is an open-source AI &amp; NLP platform.</a:t>
            </a:r>
          </a:p>
          <a:p>
            <a:pPr lvl="1"/>
            <a:r>
              <a:rPr lang="en-US" dirty="0" smtClean="0"/>
              <a:t>Hosts thousands of pre-trained models, datasets, and tools.</a:t>
            </a:r>
          </a:p>
          <a:p>
            <a:pPr lvl="1"/>
            <a:r>
              <a:rPr lang="en-US" dirty="0" smtClean="0"/>
              <a:t>Provides the Transformers library for Natural Language Processing (NLP), Computer Vision, and more.</a:t>
            </a:r>
          </a:p>
          <a:p>
            <a:pPr lvl="1"/>
            <a:r>
              <a:rPr lang="en-US" dirty="0" smtClean="0"/>
              <a:t>Works like a GitHub for AI models – a hub to share, download, and deploy models.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Why is it Needed?</a:t>
            </a:r>
          </a:p>
          <a:p>
            <a:pPr lvl="1"/>
            <a:r>
              <a:rPr lang="en-US" dirty="0" smtClean="0"/>
              <a:t>Training large models from scratch is expensive and time-consuming.</a:t>
            </a:r>
          </a:p>
          <a:p>
            <a:pPr lvl="1"/>
            <a:r>
              <a:rPr lang="en-US" dirty="0" smtClean="0"/>
              <a:t>Developers and researchers need ready-to-use, pre-trained models.</a:t>
            </a:r>
          </a:p>
          <a:p>
            <a:pPr lvl="1"/>
            <a:r>
              <a:rPr lang="en-US" dirty="0" smtClean="0"/>
              <a:t>Provides a common ecosystem for collaboration in AI research and applications.</a:t>
            </a:r>
          </a:p>
          <a:p>
            <a:pPr lvl="1"/>
            <a:r>
              <a:rPr lang="en-US" dirty="0" smtClean="0"/>
              <a:t>Makes state-of-the-art AI accessible to everyone (students, startups, enterprises).</a:t>
            </a:r>
          </a:p>
        </p:txBody>
      </p:sp>
    </p:spTree>
    <p:extLst>
      <p:ext uri="{BB962C8B-B14F-4D97-AF65-F5344CB8AC3E}">
        <p14:creationId xmlns:p14="http://schemas.microsoft.com/office/powerpoint/2010/main" val="328342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982496" cy="4309704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model is a trained AI system that learns patterns from data.</a:t>
            </a:r>
          </a:p>
          <a:p>
            <a:r>
              <a:rPr lang="en-US" dirty="0" smtClean="0"/>
              <a:t>It takes an input (e.g., text) and produces an output (e.g., answer, translation, summary).</a:t>
            </a:r>
          </a:p>
          <a:p>
            <a:r>
              <a:rPr lang="en-US" b="1" dirty="0" smtClean="0"/>
              <a:t>Example</a:t>
            </a:r>
            <a:r>
              <a:rPr lang="en-US" dirty="0" smtClean="0"/>
              <a:t>: A </a:t>
            </a:r>
            <a:r>
              <a:rPr lang="en-US" dirty="0" err="1" smtClean="0"/>
              <a:t>chatbot</a:t>
            </a:r>
            <a:r>
              <a:rPr lang="en-US" dirty="0" smtClean="0"/>
              <a:t> model takes your question and generates a meaningful reply.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What Does a Model Do?</a:t>
            </a:r>
          </a:p>
          <a:p>
            <a:pPr lvl="1"/>
            <a:r>
              <a:rPr lang="en-US" dirty="0" smtClean="0"/>
              <a:t>Understands input (e.g., converts words to numbers).</a:t>
            </a:r>
          </a:p>
          <a:p>
            <a:pPr lvl="1"/>
            <a:r>
              <a:rPr lang="en-US" dirty="0" smtClean="0"/>
              <a:t>Processes with learned knowledge (trained weights).</a:t>
            </a:r>
          </a:p>
          <a:p>
            <a:pPr lvl="1"/>
            <a:r>
              <a:rPr lang="en-US" dirty="0" smtClean="0"/>
              <a:t>Generates an intelligent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2143" y="1690688"/>
            <a:ext cx="53979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Main Components of a Hugging Face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config.json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smtClean="0"/>
              <a:t>Defines the architecture (layers, hidden size, attention heads, etc.). Tells the model how it is built.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tokenizer.json</a:t>
            </a:r>
            <a:r>
              <a:rPr lang="en-US" dirty="0" smtClean="0"/>
              <a:t>:  Converts text into tokens (numbers) the model understands. Also converts model output back to human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model.safetensors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smtClean="0"/>
              <a:t>The brain of the model → contains trained weights (knowledge). Safely stores parameters without security risks (better than .bin).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special_tokens_map.json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/>
              <a:t>Defines special tokens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&lt;pad&gt; → padding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&lt;</a:t>
            </a:r>
            <a:r>
              <a:rPr lang="en-US" dirty="0" err="1" smtClean="0"/>
              <a:t>eos</a:t>
            </a:r>
            <a:r>
              <a:rPr lang="en-US" dirty="0" smtClean="0"/>
              <a:t>&gt; → end of sentence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&lt;</a:t>
            </a:r>
            <a:r>
              <a:rPr lang="en-US" dirty="0" err="1" smtClean="0"/>
              <a:t>unk</a:t>
            </a:r>
            <a:r>
              <a:rPr lang="en-US" dirty="0" smtClean="0"/>
              <a:t>&gt; → unknown word</a:t>
            </a:r>
          </a:p>
          <a:p>
            <a:r>
              <a:rPr lang="en-US" dirty="0" smtClean="0"/>
              <a:t>Ensures model handles these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6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Setting up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9857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Requirements</a:t>
            </a:r>
          </a:p>
          <a:p>
            <a:r>
              <a:rPr lang="en-US" sz="1800" dirty="0" smtClean="0"/>
              <a:t>Python (≥ 3.8) installed</a:t>
            </a:r>
          </a:p>
          <a:p>
            <a:pPr marL="0" indent="0">
              <a:buNone/>
            </a:pPr>
            <a:r>
              <a:rPr lang="en-US" sz="1800" dirty="0" smtClean="0"/>
              <a:t>Libraries:</a:t>
            </a:r>
          </a:p>
          <a:p>
            <a:r>
              <a:rPr lang="en-US" sz="1800" dirty="0" smtClean="0"/>
              <a:t>transformers → to load and use models</a:t>
            </a:r>
          </a:p>
          <a:p>
            <a:pPr lvl="1"/>
            <a:r>
              <a:rPr lang="en-US" sz="1400" dirty="0" smtClean="0"/>
              <a:t>High-level library to load pre-trained models (NLP, Vision, Audio).</a:t>
            </a:r>
          </a:p>
          <a:p>
            <a:pPr lvl="1"/>
            <a:r>
              <a:rPr lang="en-US" sz="1400" dirty="0" smtClean="0"/>
              <a:t>Provides easy APIs like pipelines for text generation, classification, etc.</a:t>
            </a:r>
          </a:p>
          <a:p>
            <a:r>
              <a:rPr lang="en-US" sz="1800" dirty="0" err="1" smtClean="0"/>
              <a:t>huggingface_hub</a:t>
            </a:r>
            <a:r>
              <a:rPr lang="en-US" sz="1800" dirty="0" smtClean="0"/>
              <a:t> → to download from Hugging Face Hub</a:t>
            </a:r>
          </a:p>
          <a:p>
            <a:pPr lvl="1"/>
            <a:r>
              <a:rPr lang="en-US" sz="1400" dirty="0" smtClean="0"/>
              <a:t>Connects your code to the Hugging Face Model Hub.</a:t>
            </a:r>
          </a:p>
          <a:p>
            <a:pPr lvl="1"/>
            <a:r>
              <a:rPr lang="en-US" sz="1400" dirty="0" smtClean="0"/>
              <a:t>Lets you download, upload, and manage models and datasets.</a:t>
            </a:r>
          </a:p>
          <a:p>
            <a:r>
              <a:rPr lang="en-US" sz="1800" dirty="0" smtClean="0"/>
              <a:t>torch / </a:t>
            </a:r>
            <a:r>
              <a:rPr lang="en-US" sz="1800" dirty="0" err="1" smtClean="0"/>
              <a:t>tensorflow</a:t>
            </a:r>
            <a:r>
              <a:rPr lang="en-US" sz="1800" dirty="0" smtClean="0"/>
              <a:t> → backend for running models</a:t>
            </a:r>
          </a:p>
          <a:p>
            <a:pPr lvl="1"/>
            <a:r>
              <a:rPr lang="en-US" sz="1400" dirty="0" smtClean="0"/>
              <a:t>Deep learning frameworks that run the actual math (tensors, training, inference).</a:t>
            </a:r>
          </a:p>
          <a:p>
            <a:pPr lvl="1"/>
            <a:r>
              <a:rPr lang="en-US" sz="1400" dirty="0" smtClean="0"/>
              <a:t>Hugging Face models use them as the backend engine.</a:t>
            </a:r>
          </a:p>
          <a:p>
            <a:pPr marL="0" indent="0">
              <a:buNone/>
            </a:pPr>
            <a:endParaRPr lang="en-US" sz="1800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36775" y="1950730"/>
            <a:ext cx="471702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/>
              <a:t>Directory Setup</a:t>
            </a:r>
          </a:p>
          <a:p>
            <a:r>
              <a:rPr lang="en-US" sz="1800" dirty="0" smtClean="0"/>
              <a:t>Create a folder to store model files locally</a:t>
            </a:r>
          </a:p>
          <a:p>
            <a:r>
              <a:rPr lang="en-US" sz="1800" dirty="0" smtClean="0"/>
              <a:t>Example:  E:\huggingface models</a:t>
            </a:r>
          </a:p>
          <a:p>
            <a:r>
              <a:rPr lang="en-US" sz="1800" dirty="0" smtClean="0"/>
              <a:t>This ensures all downloaded files stay organized and reusable.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 smtClean="0"/>
              <a:t>Hugging Face API Key</a:t>
            </a:r>
          </a:p>
          <a:p>
            <a:r>
              <a:rPr lang="en-US" sz="1800" dirty="0" smtClean="0"/>
              <a:t>Needed for </a:t>
            </a:r>
            <a:r>
              <a:rPr lang="en-US" sz="1800" dirty="0" err="1" smtClean="0"/>
              <a:t>privat</a:t>
            </a:r>
            <a:r>
              <a:rPr lang="en-US" sz="1800" dirty="0" smtClean="0"/>
              <a:t> e or gated models.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Steps:</a:t>
            </a:r>
          </a:p>
          <a:p>
            <a:pPr lvl="1"/>
            <a:r>
              <a:rPr lang="en-US" sz="1400" dirty="0" smtClean="0"/>
              <a:t>Create account on huggingface.co</a:t>
            </a:r>
          </a:p>
          <a:p>
            <a:pPr lvl="1"/>
            <a:r>
              <a:rPr lang="en-US" sz="1400" dirty="0" smtClean="0"/>
              <a:t>Get API Key from Settings → Access Tokens</a:t>
            </a:r>
          </a:p>
          <a:p>
            <a:pPr lvl="1"/>
            <a:r>
              <a:rPr lang="en-US" sz="1400" dirty="0" smtClean="0"/>
              <a:t>Save it as an environment variable: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HUGGINGFACEHUB_API_KEY "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your_token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46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to Download a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011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We can either download the files using browser, or using CLI command panel:</a:t>
            </a:r>
          </a:p>
          <a:p>
            <a:r>
              <a:rPr lang="en-US" sz="1800" dirty="0" smtClean="0"/>
              <a:t>Import Hugging Face Hub functions: from </a:t>
            </a:r>
            <a:r>
              <a:rPr lang="en-US" sz="1800" dirty="0" err="1" smtClean="0"/>
              <a:t>huggingface_hub</a:t>
            </a:r>
            <a:r>
              <a:rPr lang="en-US" sz="1800" dirty="0" smtClean="0"/>
              <a:t> import </a:t>
            </a:r>
            <a:r>
              <a:rPr lang="en-US" sz="1800" dirty="0" err="1" smtClean="0"/>
              <a:t>hf_hub_download</a:t>
            </a:r>
            <a:endParaRPr lang="en-US" sz="1800" dirty="0" smtClean="0"/>
          </a:p>
          <a:p>
            <a:r>
              <a:rPr lang="en-US" sz="1800" dirty="0" smtClean="0"/>
              <a:t>Set model ID (in our case its’, "rahul7star/</a:t>
            </a:r>
            <a:r>
              <a:rPr lang="en-US" sz="1800" dirty="0" err="1" smtClean="0"/>
              <a:t>chatbot</a:t>
            </a:r>
            <a:r>
              <a:rPr lang="en-US" sz="1800" dirty="0" smtClean="0"/>
              <a:t>").</a:t>
            </a:r>
          </a:p>
          <a:p>
            <a:r>
              <a:rPr lang="en-US" sz="1800" dirty="0" smtClean="0"/>
              <a:t>Create directory to save files locally.</a:t>
            </a:r>
          </a:p>
          <a:p>
            <a:r>
              <a:rPr lang="en-US" sz="1800" dirty="0" smtClean="0"/>
              <a:t>Use API key (if model is private).</a:t>
            </a:r>
          </a:p>
          <a:p>
            <a:r>
              <a:rPr lang="en-US" sz="1800" dirty="0" smtClean="0"/>
              <a:t>Download required files with: </a:t>
            </a:r>
            <a:r>
              <a:rPr lang="en-US" sz="1800" dirty="0" err="1" smtClean="0"/>
              <a:t>hf_hub_download</a:t>
            </a:r>
            <a:r>
              <a:rPr lang="en-US" sz="1800" dirty="0" smtClean="0"/>
              <a:t>(</a:t>
            </a:r>
            <a:r>
              <a:rPr lang="en-US" sz="1800" dirty="0" err="1" smtClean="0"/>
              <a:t>repo_id</a:t>
            </a:r>
            <a:r>
              <a:rPr lang="en-US" sz="1800" dirty="0" smtClean="0"/>
              <a:t>=</a:t>
            </a:r>
            <a:r>
              <a:rPr lang="en-US" sz="1800" dirty="0" err="1" smtClean="0"/>
              <a:t>model_id</a:t>
            </a:r>
            <a:r>
              <a:rPr lang="en-US" sz="1800" dirty="0" smtClean="0"/>
              <a:t>, filename="</a:t>
            </a:r>
            <a:r>
              <a:rPr lang="en-US" sz="1800" dirty="0" err="1" smtClean="0"/>
              <a:t>file.json</a:t>
            </a:r>
            <a:r>
              <a:rPr lang="en-US" sz="1800" dirty="0" smtClean="0"/>
              <a:t>", </a:t>
            </a:r>
            <a:r>
              <a:rPr lang="en-US" sz="1800" dirty="0" err="1" smtClean="0"/>
              <a:t>cache_dir</a:t>
            </a:r>
            <a:r>
              <a:rPr lang="en-US" sz="1800" dirty="0" smtClean="0"/>
              <a:t>=</a:t>
            </a:r>
            <a:r>
              <a:rPr lang="en-US" sz="1800" dirty="0" err="1" smtClean="0"/>
              <a:t>save_dir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endParaRPr lang="en-US" sz="1800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539346" y="1825625"/>
            <a:ext cx="51077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 Necessary Files for a Model</a:t>
            </a:r>
          </a:p>
          <a:p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config.json</a:t>
            </a:r>
            <a:r>
              <a:rPr lang="en-US" sz="1800" dirty="0" smtClean="0"/>
              <a:t> → model architecture (layers, hidden size, etc.)</a:t>
            </a:r>
          </a:p>
          <a:p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tokenizer.json</a:t>
            </a:r>
            <a:r>
              <a:rPr lang="en-US" sz="1800" dirty="0" smtClean="0"/>
              <a:t> → converts text ↔ tokens</a:t>
            </a:r>
          </a:p>
          <a:p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model.safetensors</a:t>
            </a:r>
            <a:r>
              <a:rPr lang="en-US" sz="1800" dirty="0" smtClean="0"/>
              <a:t> → trained model weights (knowledge)</a:t>
            </a:r>
          </a:p>
          <a:p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special_tokens_map.json</a:t>
            </a:r>
            <a:r>
              <a:rPr lang="en-US" sz="1800" dirty="0" smtClean="0"/>
              <a:t> → defines special tokens like &lt;pad&gt;, &lt;</a:t>
            </a:r>
            <a:r>
              <a:rPr lang="en-US" sz="1800" dirty="0" err="1" smtClean="0"/>
              <a:t>eos</a:t>
            </a:r>
            <a:r>
              <a:rPr lang="en-US" sz="1800" dirty="0" smtClean="0"/>
              <a:t>&gt; (optional but useful)</a:t>
            </a:r>
          </a:p>
          <a:p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generation_config.json</a:t>
            </a:r>
            <a:r>
              <a:rPr lang="en-US" sz="1800" dirty="0" smtClean="0"/>
              <a:t> → generation settings</a:t>
            </a:r>
          </a:p>
          <a:p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vocab.json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tokenizer_config.json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added_tokens.json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19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Download Locally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01145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dirty="0" smtClean="0"/>
              <a:t>📌 Slide Content: Why Download Locally?</a:t>
            </a:r>
          </a:p>
          <a:p>
            <a:r>
              <a:rPr lang="en-US" sz="1800" dirty="0" smtClean="0"/>
              <a:t>Benefits of Local Download</a:t>
            </a:r>
          </a:p>
          <a:p>
            <a:r>
              <a:rPr lang="en-US" sz="1800" dirty="0" smtClean="0"/>
              <a:t>Faster Access → Load from disk instead of re-downloading.</a:t>
            </a:r>
          </a:p>
          <a:p>
            <a:r>
              <a:rPr lang="en-US" sz="1800" dirty="0" smtClean="0"/>
              <a:t>Offline Use → No internet required after first download.</a:t>
            </a:r>
          </a:p>
          <a:p>
            <a:r>
              <a:rPr lang="en-US" sz="1800" dirty="0" smtClean="0"/>
              <a:t>Full Control → Modify, fine-tune, or integrate into custom projects.</a:t>
            </a:r>
          </a:p>
          <a:p>
            <a:r>
              <a:rPr lang="en-US" sz="1800" dirty="0" smtClean="0"/>
              <a:t>Reproducibility → Files won’t change even if model updates online.</a:t>
            </a:r>
          </a:p>
          <a:p>
            <a:pPr marL="0" indent="0">
              <a:buNone/>
            </a:pPr>
            <a:r>
              <a:rPr lang="en-US" sz="1800" dirty="0" smtClean="0"/>
              <a:t>Parameters a Model is Trained On</a:t>
            </a:r>
          </a:p>
          <a:p>
            <a:r>
              <a:rPr lang="en-US" sz="1800" dirty="0" smtClean="0"/>
              <a:t>Weights (Millions–Billions of parameters) → Learned values that capture knowledge. In our case, model is trained on 300M parameters</a:t>
            </a:r>
          </a:p>
          <a:p>
            <a:r>
              <a:rPr lang="en-US" sz="1800" dirty="0" smtClean="0"/>
              <a:t>Tokenizer rules → Vocabulary &amp; how text is split into tokens.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539346" y="1825625"/>
            <a:ext cx="51077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❓ Do Parameters Matter?</a:t>
            </a:r>
          </a:p>
          <a:p>
            <a:pPr marL="0" indent="0">
              <a:buNone/>
            </a:pPr>
            <a:r>
              <a:rPr lang="en-US" sz="1800" dirty="0" smtClean="0"/>
              <a:t>✅ Yes!</a:t>
            </a:r>
          </a:p>
          <a:p>
            <a:r>
              <a:rPr lang="en-US" sz="1800" dirty="0" smtClean="0"/>
              <a:t>More parameters → better capacity to learn patterns.</a:t>
            </a:r>
          </a:p>
          <a:p>
            <a:r>
              <a:rPr lang="en-US" sz="1800" dirty="0" smtClean="0"/>
              <a:t>Directly affect model performance, accuracy, and resource needs.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Trade-off:</a:t>
            </a:r>
          </a:p>
          <a:p>
            <a:r>
              <a:rPr lang="en-US" sz="1800" dirty="0" smtClean="0"/>
              <a:t>Large models = more powerful but need more memory/compute.</a:t>
            </a:r>
          </a:p>
          <a:p>
            <a:r>
              <a:rPr lang="en-US" sz="1800" dirty="0" smtClean="0"/>
              <a:t>Smaller models = faster, lighter, but may be less accurate.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619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Loading the model Locally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0114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 smtClean="0"/>
              <a:t>Steps</a:t>
            </a:r>
          </a:p>
          <a:p>
            <a:r>
              <a:rPr lang="en-US" sz="1800" dirty="0" smtClean="0"/>
              <a:t>Set Model Path where the model is stored, it </a:t>
            </a:r>
            <a:r>
              <a:rPr lang="en-US" sz="1800" dirty="0" err="1" smtClean="0"/>
              <a:t>wil</a:t>
            </a:r>
            <a:r>
              <a:rPr lang="en-US" sz="1800" dirty="0" smtClean="0"/>
              <a:t> be the named as "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local_model_dir</a:t>
            </a:r>
            <a:r>
              <a:rPr lang="en-US" sz="1800" dirty="0" smtClean="0"/>
              <a:t>“</a:t>
            </a:r>
          </a:p>
          <a:p>
            <a:r>
              <a:rPr lang="en-US" sz="1800" dirty="0" smtClean="0"/>
              <a:t>Points to the folder where model files are saved.</a:t>
            </a:r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Load Tokenizer &amp; Model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transformers import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AutoTokenizer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AutoModelForCausalLM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tokenizer =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AutoTokenizer.from_pretrained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local_model_dir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AutoModelForCausalLM.from_pretrained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local_model_dir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800" dirty="0" smtClean="0"/>
              <a:t>Loads the dictionary (tokenizer) and the brain (model weights) from disk.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539345" y="1752168"/>
            <a:ext cx="51077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Create a Pipeline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transformers import pipeline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generator = pipeline("text-generation",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model=model,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tokenizer=tokenizer,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device=-1)  </a:t>
            </a:r>
          </a:p>
          <a:p>
            <a:pPr lvl="1"/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-1 = CPU, 0 = GPU</a:t>
            </a:r>
            <a:endParaRPr lang="en-US" sz="1800" dirty="0" smtClean="0"/>
          </a:p>
          <a:p>
            <a:r>
              <a:rPr lang="en-US" sz="1800" dirty="0" smtClean="0"/>
              <a:t>Builds a ready-to-use text-generation tool, combining model + tokenizer.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28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Generating Output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272252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Giving a Prompt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prompt = “Who is Bill Gates."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output = generator(prompt,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max_new_tokens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=200,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do_sample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=True, temperature=0.9)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print(output[0]['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generated_text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r>
              <a:rPr lang="en-US" dirty="0" smtClean="0"/>
              <a:t>You provide an input prompt, and the pipeline generates a response.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Key Output Parameters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max_new_tokens</a:t>
            </a:r>
            <a:r>
              <a:rPr lang="en-US" dirty="0" smtClean="0"/>
              <a:t> → Maximum length of generated text.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do_sample</a:t>
            </a:r>
            <a:r>
              <a:rPr lang="en-US" dirty="0" smtClean="0"/>
              <a:t> → Enables random sampling (creative output).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temperature</a:t>
            </a:r>
            <a:r>
              <a:rPr lang="en-US" dirty="0" smtClean="0"/>
              <a:t> → Controls creativity: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Low (&lt;1) </a:t>
            </a:r>
            <a:r>
              <a:rPr lang="en-US" dirty="0" smtClean="0"/>
              <a:t>= focused, deterministic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High (&gt;1)</a:t>
            </a:r>
            <a:r>
              <a:rPr lang="en-US" dirty="0" smtClean="0"/>
              <a:t> = more random &amp; creative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top_k</a:t>
            </a:r>
            <a:r>
              <a:rPr lang="en-US" dirty="0" smtClean="0"/>
              <a:t> → Picks from top k probable words (reduces randomness).</a:t>
            </a:r>
          </a:p>
        </p:txBody>
      </p:sp>
    </p:spTree>
    <p:extLst>
      <p:ext uri="{BB962C8B-B14F-4D97-AF65-F5344CB8AC3E}">
        <p14:creationId xmlns:p14="http://schemas.microsoft.com/office/powerpoint/2010/main" val="1287323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Model Results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37" y="2007094"/>
            <a:ext cx="10136015" cy="1181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37" y="4787240"/>
            <a:ext cx="5877745" cy="11812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4267200"/>
            <a:ext cx="948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 the model is trained on very few parameters, it sometimes don’t answer questions.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6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is it useful?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78236" cy="435133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/>
              <a:t>Fast &amp; Efficient</a:t>
            </a:r>
            <a:endParaRPr lang="en-US" dirty="0" smtClean="0"/>
          </a:p>
          <a:p>
            <a:pPr lvl="1"/>
            <a:r>
              <a:rPr lang="en-US" dirty="0" smtClean="0"/>
              <a:t>Once downloaded, models load from your disk → no waiting for internet downloads.</a:t>
            </a:r>
          </a:p>
          <a:p>
            <a:pPr lvl="1"/>
            <a:r>
              <a:rPr lang="en-US" dirty="0" smtClean="0"/>
              <a:t>Saves bandwidth and speeds up experimentation.</a:t>
            </a:r>
          </a:p>
          <a:p>
            <a:r>
              <a:rPr lang="en-US" b="1" dirty="0" smtClean="0"/>
              <a:t>Access to State-of-the-Art AI</a:t>
            </a:r>
            <a:endParaRPr lang="en-US" dirty="0" smtClean="0"/>
          </a:p>
          <a:p>
            <a:pPr lvl="1"/>
            <a:r>
              <a:rPr lang="en-US" dirty="0" smtClean="0"/>
              <a:t>Thousands of </a:t>
            </a:r>
            <a:r>
              <a:rPr lang="en-US" b="1" dirty="0" smtClean="0"/>
              <a:t>pre-trained models</a:t>
            </a:r>
            <a:r>
              <a:rPr lang="en-US" dirty="0" smtClean="0"/>
              <a:t> trained on massive datasets.</a:t>
            </a:r>
          </a:p>
          <a:p>
            <a:pPr lvl="1"/>
            <a:r>
              <a:rPr lang="en-US" dirty="0" smtClean="0"/>
              <a:t>Enables cutting-edge research without requiring supercomputers.</a:t>
            </a:r>
          </a:p>
          <a:p>
            <a:r>
              <a:rPr lang="en-US" b="1" dirty="0" smtClean="0"/>
              <a:t>Customizable for Your Needs</a:t>
            </a:r>
            <a:endParaRPr lang="en-US" dirty="0" smtClean="0"/>
          </a:p>
          <a:p>
            <a:pPr lvl="1"/>
            <a:r>
              <a:rPr lang="en-US" dirty="0" smtClean="0"/>
              <a:t>Fine-tune models with your own data.</a:t>
            </a:r>
          </a:p>
          <a:p>
            <a:pPr lvl="1"/>
            <a:r>
              <a:rPr lang="en-US" dirty="0" smtClean="0"/>
              <a:t>Adapt </a:t>
            </a:r>
            <a:r>
              <a:rPr lang="en-US" dirty="0" err="1" smtClean="0"/>
              <a:t>chatbots</a:t>
            </a:r>
            <a:r>
              <a:rPr lang="en-US" dirty="0" smtClean="0"/>
              <a:t>, classifiers, or translation models to specialized domains.</a:t>
            </a:r>
          </a:p>
          <a:p>
            <a:r>
              <a:rPr lang="en-US" b="1" dirty="0" smtClean="0"/>
              <a:t>Wide Coverage of AI Domains</a:t>
            </a:r>
            <a:endParaRPr lang="en-US" dirty="0" smtClean="0"/>
          </a:p>
          <a:p>
            <a:pPr lvl="1"/>
            <a:r>
              <a:rPr lang="en-US" dirty="0" smtClean="0"/>
              <a:t>NLP: </a:t>
            </a:r>
            <a:r>
              <a:rPr lang="en-US" dirty="0" err="1" smtClean="0"/>
              <a:t>Chatbots</a:t>
            </a:r>
            <a:r>
              <a:rPr lang="en-US" dirty="0" smtClean="0"/>
              <a:t>, text summarization, sentiment analysis.</a:t>
            </a:r>
          </a:p>
          <a:p>
            <a:pPr lvl="1"/>
            <a:r>
              <a:rPr lang="en-US" dirty="0" smtClean="0"/>
              <a:t>Vision: Image classification, object detection.</a:t>
            </a:r>
          </a:p>
          <a:p>
            <a:pPr lvl="1"/>
            <a:r>
              <a:rPr lang="en-US" dirty="0" smtClean="0"/>
              <a:t>Audio: Speech recognition, audio classification.</a:t>
            </a:r>
          </a:p>
          <a:p>
            <a:pPr lvl="1"/>
            <a:r>
              <a:rPr lang="en-US" dirty="0" smtClean="0"/>
              <a:t>Multimodal: Combining text, images, and audio.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16436" y="1705986"/>
            <a:ext cx="4537364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Community-Driven Innovation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Over </a:t>
            </a:r>
            <a:r>
              <a:rPr lang="en-US" sz="1500" b="1" dirty="0" smtClean="0"/>
              <a:t>100,000+ models</a:t>
            </a:r>
            <a:r>
              <a:rPr lang="en-US" sz="1500" dirty="0" smtClean="0"/>
              <a:t> shared by researchers, companies, and hobbyists.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Frequent updates, tutorials, and support from a vibrant ecosystem.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Real-World Applications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Customer support bots, content generation, translation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Healthcare insights, financial predictions, educational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Rapid prototyping for startups and researchers.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76929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78236" cy="4351338"/>
          </a:xfrm>
        </p:spPr>
        <p:txBody>
          <a:bodyPr>
            <a:noAutofit/>
          </a:bodyPr>
          <a:lstStyle/>
          <a:p>
            <a:r>
              <a:rPr lang="en-US" sz="1800" dirty="0" smtClean="0"/>
              <a:t>Hugging Face is a powerful platform that democratizes AI by making advanced models freely accessible.</a:t>
            </a:r>
          </a:p>
          <a:p>
            <a:r>
              <a:rPr lang="en-US" sz="1800" dirty="0" smtClean="0"/>
              <a:t>Local downloading ensures:</a:t>
            </a:r>
          </a:p>
          <a:p>
            <a:pPr lvl="1"/>
            <a:r>
              <a:rPr lang="en-US" sz="1400" dirty="0" smtClean="0"/>
              <a:t>Speed → Faster loading and usage.</a:t>
            </a:r>
          </a:p>
          <a:p>
            <a:pPr lvl="1"/>
            <a:r>
              <a:rPr lang="en-US" sz="1400" dirty="0" smtClean="0"/>
              <a:t>Control → You own the model files, unaffected by online changes.</a:t>
            </a:r>
          </a:p>
          <a:p>
            <a:pPr lvl="1"/>
            <a:r>
              <a:rPr lang="en-US" sz="1400" dirty="0" smtClean="0"/>
              <a:t>Offline Access → Run AI models without internet dependency.</a:t>
            </a:r>
          </a:p>
          <a:p>
            <a:r>
              <a:rPr lang="en-US" sz="1800" dirty="0" smtClean="0"/>
              <a:t>Core model files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config.json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tokenizer.json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model.safetensors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special_tokens_map.json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800" dirty="0" smtClean="0"/>
              <a:t>work together as the foundation of every model.</a:t>
            </a:r>
          </a:p>
          <a:p>
            <a:r>
              <a:rPr lang="en-US" sz="1800" dirty="0" smtClean="0"/>
              <a:t>Pipelines make model usage simple and user-friendly:</a:t>
            </a:r>
          </a:p>
          <a:p>
            <a:r>
              <a:rPr lang="en-US" sz="1800" dirty="0" smtClean="0"/>
              <a:t>Input text → Tokenizer → Model weights → Generated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16436" y="1705986"/>
            <a:ext cx="45373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Developers only need a few lines of code to create complex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Parameter tuning allows you to adjust the model’s creativity, accuracy, and style.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Hugging Face empowers: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Students → Learn AI hands-on.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Researchers → Experiment quickly with SOTA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Companies → Build production-ready AI tools at lower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Final Thought: Hugging Face bridges the gap between AI research and real-world applications, making AI accessible, practical, and impactful for everyone.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31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1331</Words>
  <Application>Microsoft Office PowerPoint</Application>
  <PresentationFormat>Widescreen</PresentationFormat>
  <Paragraphs>160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Deploying  Pre-trained  LLM locally </vt:lpstr>
      <vt:lpstr>Hugging Face</vt:lpstr>
      <vt:lpstr>Model</vt:lpstr>
      <vt:lpstr>Setting up the Environment</vt:lpstr>
      <vt:lpstr>How to Download a Model</vt:lpstr>
      <vt:lpstr>Why Download Locally</vt:lpstr>
      <vt:lpstr>Loading the model Locally</vt:lpstr>
      <vt:lpstr>Generating Output</vt:lpstr>
      <vt:lpstr>Model Results</vt:lpstr>
      <vt:lpstr>Why is it useful?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Deploying  Pre-trained  LLM locally </dc:title>
  <dc:creator>Abdullah</dc:creator>
  <cp:lastModifiedBy>Abdullah</cp:lastModifiedBy>
  <cp:revision>9</cp:revision>
  <dcterms:created xsi:type="dcterms:W3CDTF">2025-08-30T03:34:27Z</dcterms:created>
  <dcterms:modified xsi:type="dcterms:W3CDTF">2025-08-30T05:08:02Z</dcterms:modified>
</cp:coreProperties>
</file>